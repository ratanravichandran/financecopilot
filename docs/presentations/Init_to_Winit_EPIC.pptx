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A0AB-A7A7-C438-2B13-F7A0E2CD4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C9F81-7C2E-C232-23AE-70EB9C37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B8C6A-93E4-887A-5D60-027BC79A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2C2D-3F62-9F48-E1AC-8A1DF843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AC0A-10D7-EBEA-B275-771CC6E3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76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51D9-B28B-5E91-B73D-429630665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C527E-9C20-EF61-77B2-9B43ADBF1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39C75-ACB3-5732-E4D4-02E65853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477D-EFEE-24BB-96D8-DEBA57F0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99ED7-1A06-86A5-E93E-8A5237C3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27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50B5-16A9-A378-17AB-D389DCFC5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74575-BD1A-C2D0-C718-D51001D58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F56C8-8B08-10C2-736C-790AFE55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B2B68-F98A-F429-B774-5C5DF3E7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22A1A-7A69-D584-BD21-BA39A06E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32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5222-70C2-4CAA-E17C-B94F4BB5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4017F-3A80-940B-586E-69125885C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63406-AF98-A008-BFE2-9D22EB133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DFC87-0571-AC8E-794B-038F13C7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67464-6DE5-C669-ED98-2D2928C0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32CB9-679E-84F8-72E4-91E4A358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74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DE39-4EC0-0584-2665-F1F25DB0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58720-5F45-06AC-94A6-506FBFF7F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21DDC-554B-C5A7-C822-5EDAB541F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BB1CDE-E003-DABF-4679-84FD95CC2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47BE83-7FF6-F827-78C6-3F1E05E08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324254-7C74-8F65-2AB5-0CD80813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A4B3A-BD3E-9D9F-BDA9-D6664B23E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EBBEB-507B-1E0A-099D-CB9E5578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71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F61F-23E6-DD0E-F5CF-FEBB85FA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C4662-762E-E7C2-D97C-F87DA04A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4D772-CCAA-6359-6B59-25E3F9A1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EBF22-F2B2-9457-7588-6A8C107A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7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7189E-62D6-494B-EBD0-CDB21427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0D7860-77A7-3F65-6849-0E2F3D45F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F533A-D35B-FC9C-BB58-496F1E8A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23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E483-627E-9AE4-6F2D-2BB1F675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78D9-5FDA-9745-8AEF-83D20A639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F520D-326E-9D0F-D8CF-3176BB0C7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8701D-D22F-B313-1943-D113D308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0747C-7722-2025-6CC2-C49A9BFF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EA47C-F8AF-BC6B-FBDE-05AABDAB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87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D410-F0D7-7AC5-2FF6-F4966A66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24FA6-0795-3000-B725-4F4C677B8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78800-63CD-D692-E1FB-0201AA789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42339-70C2-A32A-3112-00C7F69C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937C4-C035-197C-9445-7B65B3A9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DCA14-23F6-BF76-D5BB-E357BBC0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15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C01F-458A-C10B-5B43-A1F5E2BA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5B759A-D750-8623-C046-65AF080BA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A5E8-8F46-4EDB-5E90-14C1AA4D5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E9DDE-0E55-DA14-2989-571783CD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8DD1F-6795-4608-9C81-3064417A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97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D0229-DA6D-3167-2D8D-60F8B9E21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6638B-CB0C-8371-A28F-7F5A90B9F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13E98-59CA-4A7B-62C9-BF058A3AB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4D20C-490A-A9B0-FD75-D28694B5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41EED-E38C-E79B-FD13-50B1BAD5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15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99A4B-D176-65CD-33AC-7060B8EE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2E5B-9DEE-1AC4-7EC9-5B92298C9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BEBB4-EB74-22C0-AA55-14BA52BF9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D6C76-239A-4C5D-8583-36533AEC9D6D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4125B-5CBB-82CF-C499-D759787F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C8797-643B-E9E4-18D4-0A07FF8DE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60A9E-D7AA-4924-8D22-E16497DE2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0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D2A22-4A1F-C618-FC5D-AA425DD3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F9408-87C4-B68B-BCF8-343F07566D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DD6C1-BD58-576F-4F4C-0DA7BCC85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8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6697-6E9F-5305-6C6F-6C024394C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839D8-46E5-1FB6-BA5E-DE4CCA33B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6AA3B-A36D-EF97-12EB-8A91E9143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0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5FCC-4375-5DC3-DC3E-E4BD52C0C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44A9B-4F3D-786E-D106-52D423C040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8475D-1852-F672-C0A9-CF12DA587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0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3690-C437-6296-6DC2-04BE54B7C8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6D171-0362-27C9-CC5B-D0E016978B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4D708-3386-58E6-399E-D1A149EF2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1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21FE-4109-EEFF-A98D-97458A1AC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10ACC-C982-5299-0231-F56B098329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90680-F426-CC76-911D-F782292B1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0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E00E-8E53-876C-8EA7-6AE311332D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CC941-6859-78BB-674B-E0DF6AC485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96907-B1DB-B131-5842-861BB76AC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6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E411-98A7-BCA8-5DC4-709150DEA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9AA2F-B547-324F-0870-183E7A50D9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D85DE-BDFF-D2D3-8A75-BE27691E3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6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DD91-3E38-2663-0315-92974B5FE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66661-F11A-6932-DAED-C3F11AEED6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863E0-0812-553D-6A13-5A28A02C3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5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C2ED-3CF5-5A90-F75E-F15110999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BCD89-00C7-3A85-37A7-E3BE141041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2111D-8D2A-6862-817E-3A4C12E1F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9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DA07-615C-3A84-ABB8-3E504C6C9E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7139C-9319-598D-7D37-A43B1AB888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BA1E3-9E8B-43B6-FCE4-97067727D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854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5781-FE7D-44D7-17EF-21A9274C3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046FA-9B67-F45D-8052-70AEF209F7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60215-01C8-D96C-93D2-AD2F65AE1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93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1F7E-2792-9646-9158-161F9C7542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13351-5D67-8D6B-11D6-D224AB4F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88C17C-0287-F1BE-6EE8-BB1B65A7A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82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1F44-F1FA-2DC2-C058-2CE44ACFF6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9BCEB-6718-D1B8-2A26-17555745E6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2ABF0-41AD-B190-B9DC-E40FE5DAC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27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Ratan Ravichandran</dc:creator>
  <cp:lastModifiedBy>Ratan Ravichandran</cp:lastModifiedBy>
  <cp:revision>1</cp:revision>
  <dcterms:created xsi:type="dcterms:W3CDTF">2024-09-01T21:13:27Z</dcterms:created>
  <dcterms:modified xsi:type="dcterms:W3CDTF">2024-09-01T21:15:40Z</dcterms:modified>
</cp:coreProperties>
</file>